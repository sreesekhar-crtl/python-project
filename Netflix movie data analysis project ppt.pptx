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2" autoAdjust="0"/>
    <p:restoredTop sz="94660"/>
  </p:normalViewPr>
  <p:slideViewPr>
    <p:cSldViewPr snapToGrid="0">
      <p:cViewPr varScale="1">
        <p:scale>
          <a:sx n="109" d="100"/>
          <a:sy n="109" d="100"/>
        </p:scale>
        <p:origin x="76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sekhar yanikepalli" userId="583e037593dbf350" providerId="LiveId" clId="{8998E49A-C2B0-4042-AC62-E8013D123389}"/>
    <pc:docChg chg="undo custSel delSld modSld">
      <pc:chgData name="Srisekhar yanikepalli" userId="583e037593dbf350" providerId="LiveId" clId="{8998E49A-C2B0-4042-AC62-E8013D123389}" dt="2025-12-09T20:48:39.557" v="68" actId="47"/>
      <pc:docMkLst>
        <pc:docMk/>
      </pc:docMkLst>
      <pc:sldChg chg="del">
        <pc:chgData name="Srisekhar yanikepalli" userId="583e037593dbf350" providerId="LiveId" clId="{8998E49A-C2B0-4042-AC62-E8013D123389}" dt="2025-12-09T20:48:39.557" v="68" actId="47"/>
        <pc:sldMkLst>
          <pc:docMk/>
          <pc:sldMk cId="707755315" sldId="286"/>
        </pc:sldMkLst>
      </pc:sldChg>
      <pc:sldChg chg="delSp modSp mod">
        <pc:chgData name="Srisekhar yanikepalli" userId="583e037593dbf350" providerId="LiveId" clId="{8998E49A-C2B0-4042-AC62-E8013D123389}" dt="2025-12-09T20:46:18.004" v="25" actId="1076"/>
        <pc:sldMkLst>
          <pc:docMk/>
          <pc:sldMk cId="2798058919" sldId="337"/>
        </pc:sldMkLst>
        <pc:spChg chg="del mod">
          <ac:chgData name="Srisekhar yanikepalli" userId="583e037593dbf350" providerId="LiveId" clId="{8998E49A-C2B0-4042-AC62-E8013D123389}" dt="2025-12-09T20:45:27.889" v="12" actId="478"/>
          <ac:spMkLst>
            <pc:docMk/>
            <pc:sldMk cId="2798058919" sldId="337"/>
            <ac:spMk id="2" creationId="{8158E87E-E550-4451-9B55-2A4AA98F9D84}"/>
          </ac:spMkLst>
        </pc:spChg>
        <pc:picChg chg="del">
          <ac:chgData name="Srisekhar yanikepalli" userId="583e037593dbf350" providerId="LiveId" clId="{8998E49A-C2B0-4042-AC62-E8013D123389}" dt="2025-12-09T20:45:19.880" v="10" actId="478"/>
          <ac:picMkLst>
            <pc:docMk/>
            <pc:sldMk cId="2798058919" sldId="337"/>
            <ac:picMk id="5" creationId="{C61EBEB4-7D07-EB1B-0CC2-1485A7D29BCC}"/>
          </ac:picMkLst>
        </pc:picChg>
        <pc:picChg chg="del">
          <ac:chgData name="Srisekhar yanikepalli" userId="583e037593dbf350" providerId="LiveId" clId="{8998E49A-C2B0-4042-AC62-E8013D123389}" dt="2025-12-09T20:45:34.935" v="15" actId="478"/>
          <ac:picMkLst>
            <pc:docMk/>
            <pc:sldMk cId="2798058919" sldId="337"/>
            <ac:picMk id="12" creationId="{0659498D-4C5A-431C-9F5E-BA90778CDDED}"/>
          </ac:picMkLst>
        </pc:picChg>
        <pc:picChg chg="del">
          <ac:chgData name="Srisekhar yanikepalli" userId="583e037593dbf350" providerId="LiveId" clId="{8998E49A-C2B0-4042-AC62-E8013D123389}" dt="2025-12-09T20:45:30.413" v="13" actId="478"/>
          <ac:picMkLst>
            <pc:docMk/>
            <pc:sldMk cId="2798058919" sldId="337"/>
            <ac:picMk id="13" creationId="{ED2441B9-8C3B-485F-A983-A335F6625B3E}"/>
          </ac:picMkLst>
        </pc:picChg>
        <pc:picChg chg="mod">
          <ac:chgData name="Srisekhar yanikepalli" userId="583e037593dbf350" providerId="LiveId" clId="{8998E49A-C2B0-4042-AC62-E8013D123389}" dt="2025-12-09T20:46:15.616" v="24" actId="1076"/>
          <ac:picMkLst>
            <pc:docMk/>
            <pc:sldMk cId="2798058919" sldId="337"/>
            <ac:picMk id="14" creationId="{1526DD11-E6EC-CA27-F98A-BA6747DB342C}"/>
          </ac:picMkLst>
        </pc:picChg>
        <pc:picChg chg="del">
          <ac:chgData name="Srisekhar yanikepalli" userId="583e037593dbf350" providerId="LiveId" clId="{8998E49A-C2B0-4042-AC62-E8013D123389}" dt="2025-12-09T20:45:32.710" v="14" actId="478"/>
          <ac:picMkLst>
            <pc:docMk/>
            <pc:sldMk cId="2798058919" sldId="337"/>
            <ac:picMk id="18" creationId="{BFC51E9F-C77D-4BF5-96B1-9C1E44866CB7}"/>
          </ac:picMkLst>
        </pc:picChg>
        <pc:picChg chg="mod">
          <ac:chgData name="Srisekhar yanikepalli" userId="583e037593dbf350" providerId="LiveId" clId="{8998E49A-C2B0-4042-AC62-E8013D123389}" dt="2025-12-09T20:46:11.936" v="23" actId="1076"/>
          <ac:picMkLst>
            <pc:docMk/>
            <pc:sldMk cId="2798058919" sldId="337"/>
            <ac:picMk id="19" creationId="{FA73F973-0062-F4CD-9A02-4892C50657C3}"/>
          </ac:picMkLst>
        </pc:picChg>
        <pc:picChg chg="mod">
          <ac:chgData name="Srisekhar yanikepalli" userId="583e037593dbf350" providerId="LiveId" clId="{8998E49A-C2B0-4042-AC62-E8013D123389}" dt="2025-12-09T20:46:18.004" v="25" actId="1076"/>
          <ac:picMkLst>
            <pc:docMk/>
            <pc:sldMk cId="2798058919" sldId="337"/>
            <ac:picMk id="21" creationId="{A7DD2790-5F43-6FE2-70F8-357059F8F5F6}"/>
          </ac:picMkLst>
        </pc:picChg>
      </pc:sldChg>
      <pc:sldChg chg="addSp delSp modSp mod">
        <pc:chgData name="Srisekhar yanikepalli" userId="583e037593dbf350" providerId="LiveId" clId="{8998E49A-C2B0-4042-AC62-E8013D123389}" dt="2025-12-09T20:46:47.943" v="39" actId="20577"/>
        <pc:sldMkLst>
          <pc:docMk/>
          <pc:sldMk cId="925910372" sldId="341"/>
        </pc:sldMkLst>
        <pc:spChg chg="del mod">
          <ac:chgData name="Srisekhar yanikepalli" userId="583e037593dbf350" providerId="LiveId" clId="{8998E49A-C2B0-4042-AC62-E8013D123389}" dt="2025-12-09T20:44:54.820" v="3" actId="478"/>
          <ac:spMkLst>
            <pc:docMk/>
            <pc:sldMk cId="925910372" sldId="341"/>
            <ac:spMk id="2" creationId="{636A2408-2B10-328A-F2D9-4F5AA229CF0F}"/>
          </ac:spMkLst>
        </pc:spChg>
        <pc:spChg chg="mod">
          <ac:chgData name="Srisekhar yanikepalli" userId="583e037593dbf350" providerId="LiveId" clId="{8998E49A-C2B0-4042-AC62-E8013D123389}" dt="2025-12-09T20:46:47.943" v="39" actId="20577"/>
          <ac:spMkLst>
            <pc:docMk/>
            <pc:sldMk cId="925910372" sldId="341"/>
            <ac:spMk id="10" creationId="{DBE3BE75-C75B-0756-3B0C-DAC10B58C39C}"/>
          </ac:spMkLst>
        </pc:spChg>
        <pc:spChg chg="del">
          <ac:chgData name="Srisekhar yanikepalli" userId="583e037593dbf350" providerId="LiveId" clId="{8998E49A-C2B0-4042-AC62-E8013D123389}" dt="2025-12-09T20:46:28.965" v="27" actId="478"/>
          <ac:spMkLst>
            <pc:docMk/>
            <pc:sldMk cId="925910372" sldId="341"/>
            <ac:spMk id="14" creationId="{E58D8020-8E8B-FA1F-8580-418955E6CAE9}"/>
          </ac:spMkLst>
        </pc:spChg>
        <pc:picChg chg="del">
          <ac:chgData name="Srisekhar yanikepalli" userId="583e037593dbf350" providerId="LiveId" clId="{8998E49A-C2B0-4042-AC62-E8013D123389}" dt="2025-12-09T20:44:43.011" v="0" actId="478"/>
          <ac:picMkLst>
            <pc:docMk/>
            <pc:sldMk cId="925910372" sldId="341"/>
            <ac:picMk id="5" creationId="{39D852AC-1812-5FDC-BA2E-6292AF86C770}"/>
          </ac:picMkLst>
        </pc:picChg>
        <pc:picChg chg="mod">
          <ac:chgData name="Srisekhar yanikepalli" userId="583e037593dbf350" providerId="LiveId" clId="{8998E49A-C2B0-4042-AC62-E8013D123389}" dt="2025-12-09T20:46:39.219" v="29" actId="1076"/>
          <ac:picMkLst>
            <pc:docMk/>
            <pc:sldMk cId="925910372" sldId="341"/>
            <ac:picMk id="9" creationId="{87E045BD-5A4A-6101-FC07-A1A616CBC30A}"/>
          </ac:picMkLst>
        </pc:picChg>
        <pc:picChg chg="del">
          <ac:chgData name="Srisekhar yanikepalli" userId="583e037593dbf350" providerId="LiveId" clId="{8998E49A-C2B0-4042-AC62-E8013D123389}" dt="2025-12-09T20:45:06.972" v="8" actId="478"/>
          <ac:picMkLst>
            <pc:docMk/>
            <pc:sldMk cId="925910372" sldId="341"/>
            <ac:picMk id="12" creationId="{D1E8FE55-70FD-AE63-F915-4B441B25B296}"/>
          </ac:picMkLst>
        </pc:picChg>
        <pc:picChg chg="del">
          <ac:chgData name="Srisekhar yanikepalli" userId="583e037593dbf350" providerId="LiveId" clId="{8998E49A-C2B0-4042-AC62-E8013D123389}" dt="2025-12-09T20:45:02.164" v="6" actId="478"/>
          <ac:picMkLst>
            <pc:docMk/>
            <pc:sldMk cId="925910372" sldId="341"/>
            <ac:picMk id="13" creationId="{C98B40E4-D89B-FFD0-CD48-CAC07242F5BD}"/>
          </ac:picMkLst>
        </pc:picChg>
        <pc:picChg chg="add del mod">
          <ac:chgData name="Srisekhar yanikepalli" userId="583e037593dbf350" providerId="LiveId" clId="{8998E49A-C2B0-4042-AC62-E8013D123389}" dt="2025-12-09T20:46:24.085" v="26" actId="1076"/>
          <ac:picMkLst>
            <pc:docMk/>
            <pc:sldMk cId="925910372" sldId="341"/>
            <ac:picMk id="16" creationId="{3B531EEB-ABFB-BF9B-2B87-E80F0D359CB9}"/>
          </ac:picMkLst>
        </pc:picChg>
        <pc:picChg chg="del">
          <ac:chgData name="Srisekhar yanikepalli" userId="583e037593dbf350" providerId="LiveId" clId="{8998E49A-C2B0-4042-AC62-E8013D123389}" dt="2025-12-09T20:45:04.582" v="7" actId="478"/>
          <ac:picMkLst>
            <pc:docMk/>
            <pc:sldMk cId="925910372" sldId="341"/>
            <ac:picMk id="18" creationId="{2DFE6B77-648E-31DD-8FDB-1F27964AAAC6}"/>
          </ac:picMkLst>
        </pc:picChg>
      </pc:sldChg>
      <pc:sldChg chg="delSp modSp mod">
        <pc:chgData name="Srisekhar yanikepalli" userId="583e037593dbf350" providerId="LiveId" clId="{8998E49A-C2B0-4042-AC62-E8013D123389}" dt="2025-12-09T20:47:33.143" v="50" actId="1076"/>
        <pc:sldMkLst>
          <pc:docMk/>
          <pc:sldMk cId="2827867108" sldId="342"/>
        </pc:sldMkLst>
        <pc:spChg chg="del mod">
          <ac:chgData name="Srisekhar yanikepalli" userId="583e037593dbf350" providerId="LiveId" clId="{8998E49A-C2B0-4042-AC62-E8013D123389}" dt="2025-12-09T20:45:45.574" v="18" actId="478"/>
          <ac:spMkLst>
            <pc:docMk/>
            <pc:sldMk cId="2827867108" sldId="342"/>
            <ac:spMk id="2" creationId="{E705BD52-4C5B-E9A0-9530-31A241308E46}"/>
          </ac:spMkLst>
        </pc:spChg>
        <pc:spChg chg="mod">
          <ac:chgData name="Srisekhar yanikepalli" userId="583e037593dbf350" providerId="LiveId" clId="{8998E49A-C2B0-4042-AC62-E8013D123389}" dt="2025-12-09T20:46:05.072" v="22" actId="1076"/>
          <ac:spMkLst>
            <pc:docMk/>
            <pc:sldMk cId="2827867108" sldId="342"/>
            <ac:spMk id="6" creationId="{470031B4-4CF5-2191-C596-2E63D34CED9E}"/>
          </ac:spMkLst>
        </pc:spChg>
        <pc:spChg chg="mod">
          <ac:chgData name="Srisekhar yanikepalli" userId="583e037593dbf350" providerId="LiveId" clId="{8998E49A-C2B0-4042-AC62-E8013D123389}" dt="2025-12-09T20:47:30.850" v="49" actId="1076"/>
          <ac:spMkLst>
            <pc:docMk/>
            <pc:sldMk cId="2827867108" sldId="342"/>
            <ac:spMk id="11" creationId="{7D561FA6-F883-027C-1CE5-9E8D2C3CA304}"/>
          </ac:spMkLst>
        </pc:spChg>
        <pc:picChg chg="del">
          <ac:chgData name="Srisekhar yanikepalli" userId="583e037593dbf350" providerId="LiveId" clId="{8998E49A-C2B0-4042-AC62-E8013D123389}" dt="2025-12-09T20:45:41.382" v="16" actId="478"/>
          <ac:picMkLst>
            <pc:docMk/>
            <pc:sldMk cId="2827867108" sldId="342"/>
            <ac:picMk id="5" creationId="{7E658E40-1C33-DF42-24BD-B2A8C40E5663}"/>
          </ac:picMkLst>
        </pc:picChg>
        <pc:picChg chg="mod">
          <ac:chgData name="Srisekhar yanikepalli" userId="583e037593dbf350" providerId="LiveId" clId="{8998E49A-C2B0-4042-AC62-E8013D123389}" dt="2025-12-09T20:47:33.143" v="50" actId="1076"/>
          <ac:picMkLst>
            <pc:docMk/>
            <pc:sldMk cId="2827867108" sldId="342"/>
            <ac:picMk id="7" creationId="{FE6FD8C7-A633-086C-3B09-538B2C80DCFC}"/>
          </ac:picMkLst>
        </pc:picChg>
        <pc:picChg chg="del">
          <ac:chgData name="Srisekhar yanikepalli" userId="583e037593dbf350" providerId="LiveId" clId="{8998E49A-C2B0-4042-AC62-E8013D123389}" dt="2025-12-09T20:45:52.402" v="21" actId="478"/>
          <ac:picMkLst>
            <pc:docMk/>
            <pc:sldMk cId="2827867108" sldId="342"/>
            <ac:picMk id="12" creationId="{0207CDB6-6A25-560A-74E1-96C03E60B8E7}"/>
          </ac:picMkLst>
        </pc:picChg>
        <pc:picChg chg="del">
          <ac:chgData name="Srisekhar yanikepalli" userId="583e037593dbf350" providerId="LiveId" clId="{8998E49A-C2B0-4042-AC62-E8013D123389}" dt="2025-12-09T20:45:47.692" v="19" actId="478"/>
          <ac:picMkLst>
            <pc:docMk/>
            <pc:sldMk cId="2827867108" sldId="342"/>
            <ac:picMk id="13" creationId="{DCF3E670-4EBE-E27F-8485-FB006B64DE74}"/>
          </ac:picMkLst>
        </pc:picChg>
        <pc:picChg chg="del">
          <ac:chgData name="Srisekhar yanikepalli" userId="583e037593dbf350" providerId="LiveId" clId="{8998E49A-C2B0-4042-AC62-E8013D123389}" dt="2025-12-09T20:45:49.923" v="20" actId="478"/>
          <ac:picMkLst>
            <pc:docMk/>
            <pc:sldMk cId="2827867108" sldId="342"/>
            <ac:picMk id="18" creationId="{94CAD771-F8B2-53D8-F533-3D86477EF5C8}"/>
          </ac:picMkLst>
        </pc:picChg>
      </pc:sldChg>
      <pc:sldChg chg="delSp modSp mod">
        <pc:chgData name="Srisekhar yanikepalli" userId="583e037593dbf350" providerId="LiveId" clId="{8998E49A-C2B0-4042-AC62-E8013D123389}" dt="2025-12-09T20:47:25.267" v="48" actId="1076"/>
        <pc:sldMkLst>
          <pc:docMk/>
          <pc:sldMk cId="689076153" sldId="343"/>
        </pc:sldMkLst>
        <pc:spChg chg="del mod">
          <ac:chgData name="Srisekhar yanikepalli" userId="583e037593dbf350" providerId="LiveId" clId="{8998E49A-C2B0-4042-AC62-E8013D123389}" dt="2025-12-09T20:47:06.211" v="42" actId="478"/>
          <ac:spMkLst>
            <pc:docMk/>
            <pc:sldMk cId="689076153" sldId="343"/>
            <ac:spMk id="2" creationId="{153D7908-D34C-7400-BA57-0E2811778E89}"/>
          </ac:spMkLst>
        </pc:spChg>
        <pc:spChg chg="mod">
          <ac:chgData name="Srisekhar yanikepalli" userId="583e037593dbf350" providerId="LiveId" clId="{8998E49A-C2B0-4042-AC62-E8013D123389}" dt="2025-12-09T20:47:22.440" v="47" actId="1076"/>
          <ac:spMkLst>
            <pc:docMk/>
            <pc:sldMk cId="689076153" sldId="343"/>
            <ac:spMk id="11" creationId="{657CBCBD-33C3-CA17-7FA6-BF56911874B7}"/>
          </ac:spMkLst>
        </pc:spChg>
        <pc:picChg chg="del">
          <ac:chgData name="Srisekhar yanikepalli" userId="583e037593dbf350" providerId="LiveId" clId="{8998E49A-C2B0-4042-AC62-E8013D123389}" dt="2025-12-09T20:47:02.044" v="40" actId="478"/>
          <ac:picMkLst>
            <pc:docMk/>
            <pc:sldMk cId="689076153" sldId="343"/>
            <ac:picMk id="5" creationId="{67DDB98E-A6E3-8D94-C892-3B6502003DB1}"/>
          </ac:picMkLst>
        </pc:picChg>
        <pc:picChg chg="mod">
          <ac:chgData name="Srisekhar yanikepalli" userId="583e037593dbf350" providerId="LiveId" clId="{8998E49A-C2B0-4042-AC62-E8013D123389}" dt="2025-12-09T20:47:25.267" v="48" actId="1076"/>
          <ac:picMkLst>
            <pc:docMk/>
            <pc:sldMk cId="689076153" sldId="343"/>
            <ac:picMk id="10" creationId="{2A1F48BD-E932-E2D1-2403-F1F09608F78E}"/>
          </ac:picMkLst>
        </pc:picChg>
        <pc:picChg chg="del">
          <ac:chgData name="Srisekhar yanikepalli" userId="583e037593dbf350" providerId="LiveId" clId="{8998E49A-C2B0-4042-AC62-E8013D123389}" dt="2025-12-09T20:47:13.218" v="45" actId="478"/>
          <ac:picMkLst>
            <pc:docMk/>
            <pc:sldMk cId="689076153" sldId="343"/>
            <ac:picMk id="12" creationId="{5378D570-F4C1-318F-8C96-5C0DCAA7C6D0}"/>
          </ac:picMkLst>
        </pc:picChg>
        <pc:picChg chg="del">
          <ac:chgData name="Srisekhar yanikepalli" userId="583e037593dbf350" providerId="LiveId" clId="{8998E49A-C2B0-4042-AC62-E8013D123389}" dt="2025-12-09T20:47:08.628" v="43" actId="478"/>
          <ac:picMkLst>
            <pc:docMk/>
            <pc:sldMk cId="689076153" sldId="343"/>
            <ac:picMk id="13" creationId="{06094CB6-E62B-1C25-C08A-FAFD08EF0225}"/>
          </ac:picMkLst>
        </pc:picChg>
        <pc:picChg chg="del">
          <ac:chgData name="Srisekhar yanikepalli" userId="583e037593dbf350" providerId="LiveId" clId="{8998E49A-C2B0-4042-AC62-E8013D123389}" dt="2025-12-09T20:47:10.862" v="44" actId="478"/>
          <ac:picMkLst>
            <pc:docMk/>
            <pc:sldMk cId="689076153" sldId="343"/>
            <ac:picMk id="18" creationId="{C4C0BC3C-5943-9400-F26B-7A0A136844BA}"/>
          </ac:picMkLst>
        </pc:picChg>
      </pc:sldChg>
      <pc:sldChg chg="delSp modSp mod">
        <pc:chgData name="Srisekhar yanikepalli" userId="583e037593dbf350" providerId="LiveId" clId="{8998E49A-C2B0-4042-AC62-E8013D123389}" dt="2025-12-09T20:48:35.837" v="67" actId="1076"/>
        <pc:sldMkLst>
          <pc:docMk/>
          <pc:sldMk cId="2284188681" sldId="344"/>
        </pc:sldMkLst>
        <pc:spChg chg="del">
          <ac:chgData name="Srisekhar yanikepalli" userId="583e037593dbf350" providerId="LiveId" clId="{8998E49A-C2B0-4042-AC62-E8013D123389}" dt="2025-12-09T20:47:52.478" v="54" actId="478"/>
          <ac:spMkLst>
            <pc:docMk/>
            <pc:sldMk cId="2284188681" sldId="344"/>
            <ac:spMk id="2" creationId="{382ECD0B-62CB-795C-6B51-A53EA98FE64E}"/>
          </ac:spMkLst>
        </pc:spChg>
        <pc:spChg chg="mod">
          <ac:chgData name="Srisekhar yanikepalli" userId="583e037593dbf350" providerId="LiveId" clId="{8998E49A-C2B0-4042-AC62-E8013D123389}" dt="2025-12-09T20:47:43.111" v="52" actId="1076"/>
          <ac:spMkLst>
            <pc:docMk/>
            <pc:sldMk cId="2284188681" sldId="344"/>
            <ac:spMk id="11" creationId="{7FF30E9A-107D-2E7C-7A73-FFCD333181B2}"/>
          </ac:spMkLst>
        </pc:spChg>
        <pc:picChg chg="mod">
          <ac:chgData name="Srisekhar yanikepalli" userId="583e037593dbf350" providerId="LiveId" clId="{8998E49A-C2B0-4042-AC62-E8013D123389}" dt="2025-12-09T20:47:48.623" v="53" actId="1076"/>
          <ac:picMkLst>
            <pc:docMk/>
            <pc:sldMk cId="2284188681" sldId="344"/>
            <ac:picMk id="3" creationId="{563D5883-E5FE-0E88-1443-3E5814468C2F}"/>
          </ac:picMkLst>
        </pc:picChg>
        <pc:picChg chg="del">
          <ac:chgData name="Srisekhar yanikepalli" userId="583e037593dbf350" providerId="LiveId" clId="{8998E49A-C2B0-4042-AC62-E8013D123389}" dt="2025-12-09T20:47:40.170" v="51" actId="478"/>
          <ac:picMkLst>
            <pc:docMk/>
            <pc:sldMk cId="2284188681" sldId="344"/>
            <ac:picMk id="5" creationId="{6C7EC9AB-475A-C88D-BE09-31B58B495D6E}"/>
          </ac:picMkLst>
        </pc:picChg>
        <pc:picChg chg="mod">
          <ac:chgData name="Srisekhar yanikepalli" userId="583e037593dbf350" providerId="LiveId" clId="{8998E49A-C2B0-4042-AC62-E8013D123389}" dt="2025-12-09T20:48:35.837" v="67" actId="1076"/>
          <ac:picMkLst>
            <pc:docMk/>
            <pc:sldMk cId="2284188681" sldId="344"/>
            <ac:picMk id="6" creationId="{5F6D20BE-727D-962C-7FE0-1102722AFAA8}"/>
          </ac:picMkLst>
        </pc:picChg>
        <pc:picChg chg="del">
          <ac:chgData name="Srisekhar yanikepalli" userId="583e037593dbf350" providerId="LiveId" clId="{8998E49A-C2B0-4042-AC62-E8013D123389}" dt="2025-12-09T20:47:58.790" v="57" actId="478"/>
          <ac:picMkLst>
            <pc:docMk/>
            <pc:sldMk cId="2284188681" sldId="344"/>
            <ac:picMk id="12" creationId="{2287A065-EF4C-8AE6-5AD4-D7011D5570E0}"/>
          </ac:picMkLst>
        </pc:picChg>
        <pc:picChg chg="del">
          <ac:chgData name="Srisekhar yanikepalli" userId="583e037593dbf350" providerId="LiveId" clId="{8998E49A-C2B0-4042-AC62-E8013D123389}" dt="2025-12-09T20:47:54.580" v="55" actId="478"/>
          <ac:picMkLst>
            <pc:docMk/>
            <pc:sldMk cId="2284188681" sldId="344"/>
            <ac:picMk id="13" creationId="{287E5E13-A18A-B97B-DB5D-A30016B14F82}"/>
          </ac:picMkLst>
        </pc:picChg>
        <pc:picChg chg="del">
          <ac:chgData name="Srisekhar yanikepalli" userId="583e037593dbf350" providerId="LiveId" clId="{8998E49A-C2B0-4042-AC62-E8013D123389}" dt="2025-12-09T20:47:56.631" v="56" actId="478"/>
          <ac:picMkLst>
            <pc:docMk/>
            <pc:sldMk cId="2284188681" sldId="344"/>
            <ac:picMk id="18" creationId="{004B0ED8-CF25-869D-22F5-07E63713676A}"/>
          </ac:picMkLst>
        </pc:picChg>
      </pc:sldChg>
      <pc:sldChg chg="delSp modSp mod">
        <pc:chgData name="Srisekhar yanikepalli" userId="583e037593dbf350" providerId="LiveId" clId="{8998E49A-C2B0-4042-AC62-E8013D123389}" dt="2025-12-09T20:48:31.336" v="66" actId="1076"/>
        <pc:sldMkLst>
          <pc:docMk/>
          <pc:sldMk cId="3312595604" sldId="345"/>
        </pc:sldMkLst>
        <pc:spChg chg="del mod">
          <ac:chgData name="Srisekhar yanikepalli" userId="583e037593dbf350" providerId="LiveId" clId="{8998E49A-C2B0-4042-AC62-E8013D123389}" dt="2025-12-09T20:48:19.475" v="62" actId="478"/>
          <ac:spMkLst>
            <pc:docMk/>
            <pc:sldMk cId="3312595604" sldId="345"/>
            <ac:spMk id="2" creationId="{F9BDEBFF-0FAE-1062-560E-B17D3E797949}"/>
          </ac:spMkLst>
        </pc:spChg>
        <pc:spChg chg="mod">
          <ac:chgData name="Srisekhar yanikepalli" userId="583e037593dbf350" providerId="LiveId" clId="{8998E49A-C2B0-4042-AC62-E8013D123389}" dt="2025-12-09T20:48:31.336" v="66" actId="1076"/>
          <ac:spMkLst>
            <pc:docMk/>
            <pc:sldMk cId="3312595604" sldId="345"/>
            <ac:spMk id="7" creationId="{B285A8E8-E544-98E6-F1E5-C7059C8C0D0C}"/>
          </ac:spMkLst>
        </pc:spChg>
        <pc:spChg chg="mod">
          <ac:chgData name="Srisekhar yanikepalli" userId="583e037593dbf350" providerId="LiveId" clId="{8998E49A-C2B0-4042-AC62-E8013D123389}" dt="2025-12-09T20:48:09.886" v="59" actId="1076"/>
          <ac:spMkLst>
            <pc:docMk/>
            <pc:sldMk cId="3312595604" sldId="345"/>
            <ac:spMk id="11" creationId="{EF8FFF11-3AB6-5061-74F8-B8A129B51C14}"/>
          </ac:spMkLst>
        </pc:spChg>
        <pc:picChg chg="mod">
          <ac:chgData name="Srisekhar yanikepalli" userId="583e037593dbf350" providerId="LiveId" clId="{8998E49A-C2B0-4042-AC62-E8013D123389}" dt="2025-12-09T20:48:13.302" v="60" actId="1076"/>
          <ac:picMkLst>
            <pc:docMk/>
            <pc:sldMk cId="3312595604" sldId="345"/>
            <ac:picMk id="3" creationId="{DB54D5C3-7486-8582-B4CD-2ACBCEB26470}"/>
          </ac:picMkLst>
        </pc:picChg>
        <pc:picChg chg="del">
          <ac:chgData name="Srisekhar yanikepalli" userId="583e037593dbf350" providerId="LiveId" clId="{8998E49A-C2B0-4042-AC62-E8013D123389}" dt="2025-12-09T20:48:03.915" v="58" actId="478"/>
          <ac:picMkLst>
            <pc:docMk/>
            <pc:sldMk cId="3312595604" sldId="345"/>
            <ac:picMk id="5" creationId="{ABFAFA3D-8E41-2D4D-D636-858D6E935157}"/>
          </ac:picMkLst>
        </pc:picChg>
        <pc:picChg chg="del">
          <ac:chgData name="Srisekhar yanikepalli" userId="583e037593dbf350" providerId="LiveId" clId="{8998E49A-C2B0-4042-AC62-E8013D123389}" dt="2025-12-09T20:48:25.792" v="65" actId="478"/>
          <ac:picMkLst>
            <pc:docMk/>
            <pc:sldMk cId="3312595604" sldId="345"/>
            <ac:picMk id="12" creationId="{A4D958E7-22FD-C82C-9009-5D506C95838C}"/>
          </ac:picMkLst>
        </pc:picChg>
        <pc:picChg chg="del">
          <ac:chgData name="Srisekhar yanikepalli" userId="583e037593dbf350" providerId="LiveId" clId="{8998E49A-C2B0-4042-AC62-E8013D123389}" dt="2025-12-09T20:48:21.536" v="63" actId="478"/>
          <ac:picMkLst>
            <pc:docMk/>
            <pc:sldMk cId="3312595604" sldId="345"/>
            <ac:picMk id="13" creationId="{B75FEC12-7D2D-7C33-C1E4-045E8624FE22}"/>
          </ac:picMkLst>
        </pc:picChg>
        <pc:picChg chg="del">
          <ac:chgData name="Srisekhar yanikepalli" userId="583e037593dbf350" providerId="LiveId" clId="{8998E49A-C2B0-4042-AC62-E8013D123389}" dt="2025-12-09T20:48:23.678" v="64" actId="478"/>
          <ac:picMkLst>
            <pc:docMk/>
            <pc:sldMk cId="3312595604" sldId="345"/>
            <ac:picMk id="18" creationId="{06CDCFAE-F040-94E2-B15E-20D17D0D1EDB}"/>
          </ac:picMkLst>
        </pc:picChg>
      </pc:sldChg>
      <pc:sldChg chg="del">
        <pc:chgData name="Srisekhar yanikepalli" userId="583e037593dbf350" providerId="LiveId" clId="{8998E49A-C2B0-4042-AC62-E8013D123389}" dt="2025-12-09T20:45:16.813" v="9" actId="47"/>
        <pc:sldMkLst>
          <pc:docMk/>
          <pc:sldMk cId="3587302611" sldId="34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09-12-2025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09-12-2025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09-12-2025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09-12-2025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09-12-2025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09-12-2025</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8208" y="398751"/>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20012" y="2138367"/>
            <a:ext cx="7835704" cy="707886"/>
          </a:xfrm>
          <a:prstGeom prst="rect">
            <a:avLst/>
          </a:prstGeom>
          <a:noFill/>
        </p:spPr>
        <p:txBody>
          <a:bodyPr wrap="square" rtlCol="0">
            <a:spAutoFit/>
          </a:bodyPr>
          <a:lstStyle/>
          <a:p>
            <a:pPr algn="ctr"/>
            <a:r>
              <a:rPr lang="en-IN" sz="4000" b="1" dirty="0">
                <a:solidFill>
                  <a:schemeClr val="bg1"/>
                </a:solidFill>
              </a:rPr>
              <a:t>Movie </a:t>
            </a:r>
            <a:r>
              <a:rPr lang="en-IN" sz="4000" b="1">
                <a:solidFill>
                  <a:schemeClr val="bg1"/>
                </a:solidFill>
              </a:rPr>
              <a:t>Data Analysis Project</a:t>
            </a:r>
            <a:endParaRPr lang="en-IN" sz="4000" b="1" dirty="0">
              <a:solidFill>
                <a:schemeClr val="bg1"/>
              </a:solidFill>
            </a:endParaRP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68102" y="2846253"/>
            <a:ext cx="3739525" cy="2103483"/>
          </a:xfrm>
          <a:prstGeom prst="rect">
            <a:avLst/>
          </a:prstGeom>
        </p:spPr>
      </p:pic>
    </p:spTree>
    <p:extLst>
      <p:ext uri="{BB962C8B-B14F-4D97-AF65-F5344CB8AC3E}">
        <p14:creationId xmlns:p14="http://schemas.microsoft.com/office/powerpoint/2010/main" val="925910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8471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4313" y="1151222"/>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216" y="2690231"/>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1968450" y="174090"/>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96" y="949804"/>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441828" y="1259059"/>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94605" y="174090"/>
            <a:ext cx="1364479" cy="415596"/>
          </a:xfrm>
          <a:prstGeom prst="rect">
            <a:avLst/>
          </a:prstGeom>
        </p:spPr>
      </p:pic>
    </p:spTree>
    <p:extLst>
      <p:ext uri="{BB962C8B-B14F-4D97-AF65-F5344CB8AC3E}">
        <p14:creationId xmlns:p14="http://schemas.microsoft.com/office/powerpoint/2010/main" val="2827867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1979045" y="1504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5225" y="1034210"/>
            <a:ext cx="4839285" cy="2722098"/>
          </a:xfrm>
          <a:prstGeom prst="rect">
            <a:avLst/>
          </a:prstGeom>
        </p:spPr>
      </p:pic>
    </p:spTree>
    <p:extLst>
      <p:ext uri="{BB962C8B-B14F-4D97-AF65-F5344CB8AC3E}">
        <p14:creationId xmlns:p14="http://schemas.microsoft.com/office/powerpoint/2010/main" val="689076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1907968" y="174575"/>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6032" y="161270"/>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927" y="943402"/>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1817268" y="168910"/>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36897" y="173851"/>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81354" y="1101965"/>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9544</TotalTime>
  <Words>371</Words>
  <Application>Microsoft Office PowerPoint</Application>
  <PresentationFormat>On-screen Show (16:9)</PresentationFormat>
  <Paragraphs>19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Srisekhar yanikepalli</cp:lastModifiedBy>
  <cp:revision>1410</cp:revision>
  <dcterms:created xsi:type="dcterms:W3CDTF">2022-12-29T08:52:07Z</dcterms:created>
  <dcterms:modified xsi:type="dcterms:W3CDTF">2025-12-09T20:48:46Z</dcterms:modified>
</cp:coreProperties>
</file>